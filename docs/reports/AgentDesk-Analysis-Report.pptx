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raw.githubusercontent.com/agentdesk/agentdesk/main/public/agentde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457200"/>
            <a:ext cx="406301" cy="4063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68301" y="550813"/>
            <a:ext cx="87302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AgentDesk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138392" y="511225"/>
            <a:ext cx="1396008" cy="298252"/>
          </a:xfrm>
          <a:prstGeom prst="roundRect">
            <a:avLst>
              <a:gd name="adj" fmla="val 68130"/>
            </a:avLst>
          </a:prstGeom>
          <a:noFill/>
          <a:ln w="9525">
            <a:solidFill>
              <a:srgbClr val="44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325618" y="584150"/>
            <a:ext cx="10419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ANALYSIS REPORT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09600" y="1552575"/>
            <a:ext cx="1466701" cy="279202"/>
          </a:xfrm>
          <a:prstGeom prst="roundRect">
            <a:avLst>
              <a:gd name="adj" fmla="val 18195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87301" y="1615976"/>
            <a:ext cx="11335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09600" y="2085677"/>
            <a:ext cx="8083296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AgentDesk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609600" y="2908548"/>
            <a:ext cx="8083296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Agent Office Simulator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09600" y="3365599"/>
            <a:ext cx="808329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Codebase Analysis &amp; Architecture Review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09600" y="4292650"/>
            <a:ext cx="4795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VERSION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09600" y="4495800"/>
            <a:ext cx="4795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v1.0.8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790849" y="4292650"/>
            <a:ext cx="13580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STACK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790849" y="4495800"/>
            <a:ext cx="13580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19 + Express 5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833366" y="4292650"/>
            <a:ext cx="13495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CODEBASE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33366" y="4495800"/>
            <a:ext cx="13495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444 files / 33K+ LOC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67549" y="4292650"/>
            <a:ext cx="7666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867549" y="4495800"/>
            <a:ext cx="7666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61011"/>
            <a:ext cx="26647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ANALYSIS REPORT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600" y="3916561"/>
            <a:ext cx="2664779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Contents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831729" y="1163538"/>
            <a:ext cx="4702522" cy="0"/>
          </a:xfrm>
          <a:prstGeom prst="line">
            <a:avLst/>
          </a:prstGeom>
          <a:noFill/>
          <a:ln w="9525">
            <a:solidFill>
              <a:srgbClr val="D4D4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31729" y="762000"/>
            <a:ext cx="371624" cy="244376"/>
          </a:xfrm>
          <a:prstGeom prst="roundRect">
            <a:avLst>
              <a:gd name="adj" fmla="val 20788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58679" y="812750"/>
            <a:ext cx="1200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406503" y="774650"/>
            <a:ext cx="421030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31729" y="1849189"/>
            <a:ext cx="4702522" cy="0"/>
          </a:xfrm>
          <a:prstGeom prst="line">
            <a:avLst/>
          </a:prstGeom>
          <a:noFill/>
          <a:ln w="9525">
            <a:solidFill>
              <a:srgbClr val="D4D4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31729" y="1447651"/>
            <a:ext cx="371624" cy="244376"/>
          </a:xfrm>
          <a:prstGeom prst="roundRect">
            <a:avLst>
              <a:gd name="adj" fmla="val 20788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58679" y="1498402"/>
            <a:ext cx="1200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406503" y="1460302"/>
            <a:ext cx="421030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Architecture Analysis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31729" y="2534841"/>
            <a:ext cx="4702522" cy="0"/>
          </a:xfrm>
          <a:prstGeom prst="line">
            <a:avLst/>
          </a:prstGeom>
          <a:noFill/>
          <a:ln w="9525">
            <a:solidFill>
              <a:srgbClr val="D4D4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31729" y="2133302"/>
            <a:ext cx="371624" cy="244376"/>
          </a:xfrm>
          <a:prstGeom prst="roundRect">
            <a:avLst>
              <a:gd name="adj" fmla="val 20788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58679" y="2184053"/>
            <a:ext cx="1200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406503" y="2145953"/>
            <a:ext cx="421030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Department &amp; AI Provider Ecosystem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31729" y="3220492"/>
            <a:ext cx="4702522" cy="0"/>
          </a:xfrm>
          <a:prstGeom prst="line">
            <a:avLst/>
          </a:prstGeom>
          <a:noFill/>
          <a:ln w="9525">
            <a:solidFill>
              <a:srgbClr val="D4D4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31729" y="2818954"/>
            <a:ext cx="371624" cy="244376"/>
          </a:xfrm>
          <a:prstGeom prst="roundRect">
            <a:avLst>
              <a:gd name="adj" fmla="val 20788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958679" y="2869704"/>
            <a:ext cx="1200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06503" y="2831604"/>
            <a:ext cx="421030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Core Features &amp; Technology Stack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31729" y="3906143"/>
            <a:ext cx="4702522" cy="0"/>
          </a:xfrm>
          <a:prstGeom prst="line">
            <a:avLst/>
          </a:prstGeom>
          <a:noFill/>
          <a:ln w="9525">
            <a:solidFill>
              <a:srgbClr val="D4D4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31729" y="3504605"/>
            <a:ext cx="371624" cy="244376"/>
          </a:xfrm>
          <a:prstGeom prst="roundRect">
            <a:avLst>
              <a:gd name="adj" fmla="val 20788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958679" y="3555355"/>
            <a:ext cx="1200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06503" y="3517255"/>
            <a:ext cx="421030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Security &amp; Quantitative Metrics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31729" y="4190256"/>
            <a:ext cx="371624" cy="244376"/>
          </a:xfrm>
          <a:prstGeom prst="roundRect">
            <a:avLst>
              <a:gd name="adj" fmla="val 20788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958679" y="4241006"/>
            <a:ext cx="1200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406503" y="4202906"/>
            <a:ext cx="421030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Risk Assessment &amp; Roadmap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20750"/>
            <a:ext cx="371624" cy="244376"/>
          </a:xfrm>
          <a:prstGeom prst="roundRect">
            <a:avLst>
              <a:gd name="adj" fmla="val 20788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6550" y="571500"/>
            <a:ext cx="1200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33624" y="457200"/>
            <a:ext cx="265794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94502" y="557213"/>
            <a:ext cx="1426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9600" y="1031825"/>
            <a:ext cx="7924800" cy="1086743"/>
          </a:xfrm>
          <a:prstGeom prst="roundRect">
            <a:avLst>
              <a:gd name="adj" fmla="val 11686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3501" y="1209526"/>
            <a:ext cx="756533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AgentDesk is an </a:t>
            </a:r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Agent Office Simulator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that transforms CLI AI assistants into virtual company employees. As CEO, you orchestrate 6 departments, 600+ skills, and 14 AI providers through a pixel-art office dashboard.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296269"/>
            <a:ext cx="1483370" cy="971550"/>
          </a:xfrm>
          <a:prstGeom prst="roundRect">
            <a:avLst>
              <a:gd name="adj" fmla="val 10458"/>
            </a:avLst>
          </a:prstGeom>
          <a:solidFill>
            <a:srgbClr val="0F0F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2000" y="2448669"/>
            <a:ext cx="120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DEPARTMENTS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62000" y="2562969"/>
            <a:ext cx="120214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62000" y="3001119"/>
            <a:ext cx="120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Virtual divisions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219920" y="2296269"/>
            <a:ext cx="1483370" cy="971550"/>
          </a:xfrm>
          <a:prstGeom prst="roundRect">
            <a:avLst>
              <a:gd name="adj" fmla="val 10458"/>
            </a:avLst>
          </a:prstGeom>
          <a:solidFill>
            <a:srgbClr val="0F0F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372320" y="2448669"/>
            <a:ext cx="120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372320" y="2562969"/>
            <a:ext cx="120214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600+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372320" y="3001119"/>
            <a:ext cx="120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Across categories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830241" y="2296269"/>
            <a:ext cx="1483370" cy="971550"/>
          </a:xfrm>
          <a:prstGeom prst="roundRect">
            <a:avLst>
              <a:gd name="adj" fmla="val 10458"/>
            </a:avLst>
          </a:prstGeom>
          <a:solidFill>
            <a:srgbClr val="0F0F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82641" y="2448669"/>
            <a:ext cx="120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CLI PROVIDERS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982641" y="2562969"/>
            <a:ext cx="120214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982641" y="3001119"/>
            <a:ext cx="120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orchestration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440561" y="2296269"/>
            <a:ext cx="1483370" cy="971550"/>
          </a:xfrm>
          <a:prstGeom prst="roundRect">
            <a:avLst>
              <a:gd name="adj" fmla="val 10458"/>
            </a:avLst>
          </a:prstGeom>
          <a:solidFill>
            <a:srgbClr val="0F0F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92961" y="2448669"/>
            <a:ext cx="120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PROVIDERS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592961" y="2562969"/>
            <a:ext cx="120214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592961" y="3001119"/>
            <a:ext cx="120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External models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050881" y="2296269"/>
            <a:ext cx="1483519" cy="971550"/>
          </a:xfrm>
          <a:prstGeom prst="roundRect">
            <a:avLst>
              <a:gd name="adj" fmla="val 10458"/>
            </a:avLst>
          </a:prstGeom>
          <a:solidFill>
            <a:srgbClr val="0F0F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203281" y="2448669"/>
            <a:ext cx="12022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CODEBASE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203281" y="2562969"/>
            <a:ext cx="1202293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33K+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203281" y="3001119"/>
            <a:ext cx="12022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Lines of code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09600" y="3420219"/>
            <a:ext cx="2556867" cy="1002655"/>
          </a:xfrm>
          <a:prstGeom prst="roundRect">
            <a:avLst>
              <a:gd name="adj" fmla="val 10133"/>
            </a:avLst>
          </a:prstGeom>
          <a:solidFill>
            <a:srgbClr val="F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28650" y="3420219"/>
            <a:ext cx="0" cy="1002655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0100" y="3572619"/>
            <a:ext cx="22582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0100" y="3775770"/>
            <a:ext cx="225824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CEO-driven AI agent orchestration through virtual office metaphor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93418" y="3420219"/>
            <a:ext cx="2557016" cy="1002655"/>
          </a:xfrm>
          <a:prstGeom prst="roundRect">
            <a:avLst>
              <a:gd name="adj" fmla="val 10133"/>
            </a:avLst>
          </a:prstGeom>
          <a:solidFill>
            <a:srgbClr val="F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3312468" y="3420219"/>
            <a:ext cx="0" cy="1002655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83918" y="3572619"/>
            <a:ext cx="22583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980B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83918" y="3775770"/>
            <a:ext cx="22583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19 + Express 5 + SQLite local-first with WebSocket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77384" y="3420219"/>
            <a:ext cx="2556867" cy="1002655"/>
          </a:xfrm>
          <a:prstGeom prst="roundRect">
            <a:avLst>
              <a:gd name="adj" fmla="val 10133"/>
            </a:avLst>
          </a:prstGeom>
          <a:solidFill>
            <a:srgbClr val="F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996434" y="3420219"/>
            <a:ext cx="0" cy="1002655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67884" y="3572619"/>
            <a:ext cx="22582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7AE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IMPACT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67884" y="3775770"/>
            <a:ext cx="225824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Autonomous collaboration, auto task distribution, Git Worktree isolation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09600" y="4427637"/>
            <a:ext cx="79248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9600" y="4533900"/>
            <a:ext cx="1429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AgentDesk Analysis Report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919145" y="4533900"/>
            <a:ext cx="6275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March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20750"/>
            <a:ext cx="371624" cy="244376"/>
          </a:xfrm>
          <a:prstGeom prst="roundRect">
            <a:avLst>
              <a:gd name="adj" fmla="val 20788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6550" y="571500"/>
            <a:ext cx="1200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33624" y="457200"/>
            <a:ext cx="285650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Architecture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94502" y="557213"/>
            <a:ext cx="1426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9600" y="1031825"/>
            <a:ext cx="2523083" cy="3391049"/>
          </a:xfrm>
          <a:prstGeom prst="roundRect">
            <a:avLst>
              <a:gd name="adj" fmla="val 5034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2750" y="1284238"/>
            <a:ext cx="101501" cy="101501"/>
          </a:xfrm>
          <a:prstGeom prst="roundRect">
            <a:avLst>
              <a:gd name="adj" fmla="val 25024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15752" y="1234976"/>
            <a:ext cx="11162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Frontend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750" y="1587401"/>
            <a:ext cx="215911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6366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218 files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2750" y="1996976"/>
            <a:ext cx="215911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12.8K+ LOC / React 19 + Vite 7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12750" y="2281238"/>
            <a:ext cx="215911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PixiJS 8 pixel-art rendering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2750" y="2475458"/>
            <a:ext cx="215911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Tailwind CSS 4 styling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12750" y="2669679"/>
            <a:ext cx="215911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WebSocket real-time client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12750" y="2863900"/>
            <a:ext cx="215911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Router 7 navigation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12750" y="3058120"/>
            <a:ext cx="215911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PptxGenJS export engine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10384" y="1031825"/>
            <a:ext cx="2523083" cy="3391049"/>
          </a:xfrm>
          <a:prstGeom prst="roundRect">
            <a:avLst>
              <a:gd name="adj" fmla="val 5034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513534" y="1284238"/>
            <a:ext cx="101501" cy="101501"/>
          </a:xfrm>
          <a:prstGeom prst="roundRect">
            <a:avLst>
              <a:gd name="adj" fmla="val 25024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16536" y="1234976"/>
            <a:ext cx="1067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Backend Layer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13534" y="1587401"/>
            <a:ext cx="215911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226 files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513534" y="1996976"/>
            <a:ext cx="215911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20K+ LOC / Express 5 + Node 22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13534" y="2281238"/>
            <a:ext cx="215911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SQLite WAL mode database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13534" y="2475458"/>
            <a:ext cx="215911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WebSocket server (ws)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13534" y="2669679"/>
            <a:ext cx="215911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Zod schema validation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13534" y="2863900"/>
            <a:ext cx="215911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OAuth 2.0 handler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13534" y="3058120"/>
            <a:ext cx="215911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 Worktree engine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11168" y="1031825"/>
            <a:ext cx="2523232" cy="3391049"/>
          </a:xfrm>
          <a:prstGeom prst="roundRect">
            <a:avLst>
              <a:gd name="adj" fmla="val 5033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14318" y="1284238"/>
            <a:ext cx="101501" cy="101501"/>
          </a:xfrm>
          <a:prstGeom prst="roundRect">
            <a:avLst>
              <a:gd name="adj" fmla="val 25024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417320" y="1234976"/>
            <a:ext cx="12704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Integration Layer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4318" y="1587401"/>
            <a:ext cx="215927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providers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214318" y="1996976"/>
            <a:ext cx="215927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CLI + 8 API / Multi-model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4318" y="2281238"/>
            <a:ext cx="215927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Telegram / Discord / Slack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4318" y="2475458"/>
            <a:ext cx="215927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/ Google OAuth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4318" y="2669679"/>
            <a:ext cx="215927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AgentDesk Gateway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4318" y="2863900"/>
            <a:ext cx="215927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AGENTS.md injection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14318" y="3058120"/>
            <a:ext cx="215927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Webhook inbox system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9600" y="4427637"/>
            <a:ext cx="79248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9600" y="4533900"/>
            <a:ext cx="1429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AgentDesk Analysis Report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919145" y="4533900"/>
            <a:ext cx="6275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March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95300"/>
            <a:ext cx="371624" cy="244376"/>
          </a:xfrm>
          <a:prstGeom prst="roundRect">
            <a:avLst>
              <a:gd name="adj" fmla="val 20788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6550" y="546050"/>
            <a:ext cx="1200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33624" y="431750"/>
            <a:ext cx="297051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Department 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94502" y="531763"/>
            <a:ext cx="1426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9600" y="955625"/>
            <a:ext cx="2556867" cy="1682800"/>
          </a:xfrm>
          <a:prstGeom prst="roundRect">
            <a:avLst>
              <a:gd name="adj" fmla="val 6038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09600" y="974675"/>
            <a:ext cx="2556867" cy="0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000" y="1146125"/>
            <a:ext cx="22971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366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Planning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2000" y="1368326"/>
            <a:ext cx="22971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Strategy, requirements, market research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62000" y="1596926"/>
            <a:ext cx="2297109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Task decomposition / Meeting orchestration / Subtask distribution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293418" y="955625"/>
            <a:ext cx="2557016" cy="1682800"/>
          </a:xfrm>
          <a:prstGeom prst="roundRect">
            <a:avLst>
              <a:gd name="adj" fmla="val 6038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93418" y="974675"/>
            <a:ext cx="2557016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5818" y="1146125"/>
            <a:ext cx="22972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45818" y="1368326"/>
            <a:ext cx="22972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Core implementation, feature build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45818" y="1596926"/>
            <a:ext cx="2297260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 Worktree isolation / Multi-provider execution / Auto code review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977384" y="955625"/>
            <a:ext cx="2556867" cy="1682800"/>
          </a:xfrm>
          <a:prstGeom prst="roundRect">
            <a:avLst>
              <a:gd name="adj" fmla="val 6038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977384" y="974675"/>
            <a:ext cx="2556867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9784" y="1146125"/>
            <a:ext cx="22971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9784" y="1368326"/>
            <a:ext cx="22971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UI/UX design, visual assets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29784" y="1596926"/>
            <a:ext cx="2297109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Document generation / PPT creation / Visual prototyping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09600" y="2765375"/>
            <a:ext cx="2556867" cy="1682948"/>
          </a:xfrm>
          <a:prstGeom prst="roundRect">
            <a:avLst>
              <a:gd name="adj" fmla="val 6037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09600" y="2784425"/>
            <a:ext cx="2556867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2955875"/>
            <a:ext cx="22971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QA/QC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62000" y="3178076"/>
            <a:ext cx="22971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Quality assurance, testing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62000" y="3406676"/>
            <a:ext cx="2297109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Fact checking / Data validation / Source verification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293418" y="2765375"/>
            <a:ext cx="2557016" cy="1682948"/>
          </a:xfrm>
          <a:prstGeom prst="roundRect">
            <a:avLst>
              <a:gd name="adj" fmla="val 6037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293418" y="2784425"/>
            <a:ext cx="2557016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45818" y="2955875"/>
            <a:ext cx="22972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818C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DevSecOps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45818" y="3178076"/>
            <a:ext cx="22972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Security, CI/CD, infrastructure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445818" y="3406676"/>
            <a:ext cx="2297260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SHA-256 integrity / RBAC enforcement / CI security gates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977384" y="2765375"/>
            <a:ext cx="2556867" cy="1682948"/>
          </a:xfrm>
          <a:prstGeom prst="roundRect">
            <a:avLst>
              <a:gd name="adj" fmla="val 6037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977384" y="2784425"/>
            <a:ext cx="2556867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9784" y="2955875"/>
            <a:ext cx="22971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9784" y="3178076"/>
            <a:ext cx="22971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Operations, communication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29784" y="3406676"/>
            <a:ext cx="2297109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SLA tracking / Pipeline gating / Escalation rules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09600" y="4453086"/>
            <a:ext cx="79248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9600" y="4559350"/>
            <a:ext cx="1429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AgentDesk Analysis Report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919145" y="4559350"/>
            <a:ext cx="6275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March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20750"/>
            <a:ext cx="371624" cy="244376"/>
          </a:xfrm>
          <a:prstGeom prst="roundRect">
            <a:avLst>
              <a:gd name="adj" fmla="val 20788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6550" y="571500"/>
            <a:ext cx="1200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33624" y="457200"/>
            <a:ext cx="30429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Provider Ecosystem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94502" y="557213"/>
            <a:ext cx="1426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9600" y="1031825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CLI PROVIDERS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9600" y="1304776"/>
            <a:ext cx="2556867" cy="593527"/>
          </a:xfrm>
          <a:prstGeom prst="roundRect">
            <a:avLst>
              <a:gd name="adj" fmla="val 17118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8650" y="1304776"/>
            <a:ext cx="0" cy="593527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5401" y="1431727"/>
            <a:ext cx="22066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5401" y="1628477"/>
            <a:ext cx="22066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 / Primary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93418" y="1304776"/>
            <a:ext cx="2557016" cy="593527"/>
          </a:xfrm>
          <a:prstGeom prst="roundRect">
            <a:avLst>
              <a:gd name="adj" fmla="val 17118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312468" y="1304776"/>
            <a:ext cx="0" cy="59352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9218" y="1431727"/>
            <a:ext cx="22067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Codex CLI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09218" y="1628477"/>
            <a:ext cx="22067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77384" y="1304776"/>
            <a:ext cx="2556867" cy="593527"/>
          </a:xfrm>
          <a:prstGeom prst="roundRect">
            <a:avLst>
              <a:gd name="adj" fmla="val 17118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996434" y="1304776"/>
            <a:ext cx="0" cy="59352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3185" y="1431727"/>
            <a:ext cx="22066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Gemini CLI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93185" y="1628477"/>
            <a:ext cx="22066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Google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9600" y="2025253"/>
            <a:ext cx="2556867" cy="593527"/>
          </a:xfrm>
          <a:prstGeom prst="roundRect">
            <a:avLst>
              <a:gd name="adj" fmla="val 17118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28650" y="2025253"/>
            <a:ext cx="0" cy="593527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401" y="2152204"/>
            <a:ext cx="22066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OpenCode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5401" y="2348954"/>
            <a:ext cx="22066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Multi-model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93418" y="2025253"/>
            <a:ext cx="2557016" cy="593527"/>
          </a:xfrm>
          <a:prstGeom prst="roundRect">
            <a:avLst>
              <a:gd name="adj" fmla="val 17118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312468" y="2025253"/>
            <a:ext cx="0" cy="593527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9218" y="2152204"/>
            <a:ext cx="22067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Copilot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09218" y="2348954"/>
            <a:ext cx="22067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77384" y="2025253"/>
            <a:ext cx="2556867" cy="593527"/>
          </a:xfrm>
          <a:prstGeom prst="roundRect">
            <a:avLst>
              <a:gd name="adj" fmla="val 17118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996434" y="2025253"/>
            <a:ext cx="0" cy="593527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3185" y="2152204"/>
            <a:ext cx="22066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Antigravity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93185" y="2348954"/>
            <a:ext cx="22066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Custom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9600" y="2821930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EXTERNAL API PROVIDERS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9600" y="3094881"/>
            <a:ext cx="1905000" cy="374452"/>
          </a:xfrm>
          <a:prstGeom prst="roundRect">
            <a:avLst>
              <a:gd name="adj" fmla="val 20350"/>
            </a:avLst>
          </a:prstGeom>
          <a:solidFill>
            <a:srgbClr val="0F0F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45998" y="3196382"/>
            <a:ext cx="16322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16101" y="3094881"/>
            <a:ext cx="1905149" cy="374452"/>
          </a:xfrm>
          <a:prstGeom prst="roundRect">
            <a:avLst>
              <a:gd name="adj" fmla="val 20350"/>
            </a:avLst>
          </a:prstGeom>
          <a:solidFill>
            <a:srgbClr val="0F0F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752497" y="3196382"/>
            <a:ext cx="16323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22750" y="3094881"/>
            <a:ext cx="1905000" cy="374452"/>
          </a:xfrm>
          <a:prstGeom prst="roundRect">
            <a:avLst>
              <a:gd name="adj" fmla="val 20350"/>
            </a:avLst>
          </a:prstGeom>
          <a:solidFill>
            <a:srgbClr val="0F0F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59148" y="3196382"/>
            <a:ext cx="16322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Google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29251" y="3094881"/>
            <a:ext cx="1905149" cy="374452"/>
          </a:xfrm>
          <a:prstGeom prst="roundRect">
            <a:avLst>
              <a:gd name="adj" fmla="val 20350"/>
            </a:avLst>
          </a:prstGeom>
          <a:solidFill>
            <a:srgbClr val="0F0F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765648" y="3196382"/>
            <a:ext cx="16323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Ollama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9600" y="3570833"/>
            <a:ext cx="1905000" cy="374452"/>
          </a:xfrm>
          <a:prstGeom prst="roundRect">
            <a:avLst>
              <a:gd name="adj" fmla="val 20350"/>
            </a:avLst>
          </a:prstGeom>
          <a:solidFill>
            <a:srgbClr val="0F0F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45998" y="3672334"/>
            <a:ext cx="16322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OpenRouter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616101" y="3570833"/>
            <a:ext cx="1905149" cy="374452"/>
          </a:xfrm>
          <a:prstGeom prst="roundRect">
            <a:avLst>
              <a:gd name="adj" fmla="val 20350"/>
            </a:avLst>
          </a:prstGeom>
          <a:solidFill>
            <a:srgbClr val="0F0F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752497" y="3672334"/>
            <a:ext cx="16323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Together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22750" y="3570833"/>
            <a:ext cx="1905000" cy="374452"/>
          </a:xfrm>
          <a:prstGeom prst="roundRect">
            <a:avLst>
              <a:gd name="adj" fmla="val 20350"/>
            </a:avLst>
          </a:prstGeom>
          <a:solidFill>
            <a:srgbClr val="0F0F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759148" y="3672334"/>
            <a:ext cx="16322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Groq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629251" y="3570833"/>
            <a:ext cx="1905149" cy="374452"/>
          </a:xfrm>
          <a:prstGeom prst="roundRect">
            <a:avLst>
              <a:gd name="adj" fmla="val 20350"/>
            </a:avLst>
          </a:prstGeom>
          <a:solidFill>
            <a:srgbClr val="0F0F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765648" y="3672334"/>
            <a:ext cx="16323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Cerebras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09600" y="4097685"/>
            <a:ext cx="80832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AES-256-GCM encrypted credential storage in local SQLite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9600" y="4427637"/>
            <a:ext cx="79248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9600" y="4533900"/>
            <a:ext cx="1429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AgentDesk Analysis Report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919145" y="4533900"/>
            <a:ext cx="6275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March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95300"/>
            <a:ext cx="371624" cy="244376"/>
          </a:xfrm>
          <a:prstGeom prst="roundRect">
            <a:avLst>
              <a:gd name="adj" fmla="val 20788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6550" y="546050"/>
            <a:ext cx="1200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33624" y="431750"/>
            <a:ext cx="186901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Core Features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94502" y="531763"/>
            <a:ext cx="1426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9600" y="955625"/>
            <a:ext cx="3911650" cy="796975"/>
          </a:xfrm>
          <a:prstGeom prst="roundRect">
            <a:avLst>
              <a:gd name="adj" fmla="val 12748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6550" y="1082576"/>
            <a:ext cx="38100" cy="543074"/>
          </a:xfrm>
          <a:prstGeom prst="roundRect">
            <a:avLst>
              <a:gd name="adj" fmla="val 66667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01601" y="1082576"/>
            <a:ext cx="30376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Pixel-Art Office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01601" y="1279327"/>
            <a:ext cx="303761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PixiJS 8 based 6-department visualization with agent animations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22750" y="955625"/>
            <a:ext cx="3911650" cy="796975"/>
          </a:xfrm>
          <a:prstGeom prst="roundRect">
            <a:avLst>
              <a:gd name="adj" fmla="val 12748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49701" y="1082576"/>
            <a:ext cx="38100" cy="543074"/>
          </a:xfrm>
          <a:prstGeom prst="roundRect">
            <a:avLst>
              <a:gd name="adj" fmla="val 6666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14751" y="1082576"/>
            <a:ext cx="28382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Kanban Task Board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14751" y="1279327"/>
            <a:ext cx="283829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Inbox to Done pipeline with drag-and-drop state transitions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9600" y="1854101"/>
            <a:ext cx="3911650" cy="796975"/>
          </a:xfrm>
          <a:prstGeom prst="roundRect">
            <a:avLst>
              <a:gd name="adj" fmla="val 12748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36550" y="1981051"/>
            <a:ext cx="38100" cy="543074"/>
          </a:xfrm>
          <a:prstGeom prst="roundRect">
            <a:avLst>
              <a:gd name="adj" fmla="val 66667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01601" y="1981051"/>
            <a:ext cx="25128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CEO Chat &amp; Directives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01601" y="2177802"/>
            <a:ext cx="251282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$-prefix directive system with team leader direct chat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22750" y="1854101"/>
            <a:ext cx="3911650" cy="796975"/>
          </a:xfrm>
          <a:prstGeom prst="roundRect">
            <a:avLst>
              <a:gd name="adj" fmla="val 12748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49701" y="1981051"/>
            <a:ext cx="38100" cy="543074"/>
          </a:xfrm>
          <a:prstGeom prst="roundRect">
            <a:avLst>
              <a:gd name="adj" fmla="val 6666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14751" y="1981051"/>
            <a:ext cx="29647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600+ Skills Library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14751" y="2177802"/>
            <a:ext cx="296474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Frontend, Backend, Design, AI/ML, DevOps, Security categories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9600" y="2752576"/>
            <a:ext cx="3911650" cy="797123"/>
          </a:xfrm>
          <a:prstGeom prst="roundRect">
            <a:avLst>
              <a:gd name="adj" fmla="val 12746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6550" y="2879527"/>
            <a:ext cx="38100" cy="543223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01601" y="2879527"/>
            <a:ext cx="23976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Meeting System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01601" y="3076277"/>
            <a:ext cx="239760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 approval meetings with AI-generated minutes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22750" y="2752576"/>
            <a:ext cx="3911650" cy="797123"/>
          </a:xfrm>
          <a:prstGeom prst="roundRect">
            <a:avLst>
              <a:gd name="adj" fmla="val 12746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49701" y="2879527"/>
            <a:ext cx="38100" cy="543223"/>
          </a:xfrm>
          <a:prstGeom prst="roundRect">
            <a:avLst>
              <a:gd name="adj" fmla="val 66667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14751" y="2879527"/>
            <a:ext cx="22731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 Worktree Isolation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14751" y="3076277"/>
            <a:ext cx="227312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Independent branch per task, zero code conflict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9600" y="3651200"/>
            <a:ext cx="3911650" cy="797123"/>
          </a:xfrm>
          <a:prstGeom prst="roundRect">
            <a:avLst>
              <a:gd name="adj" fmla="val 12746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36550" y="3778151"/>
            <a:ext cx="38100" cy="543223"/>
          </a:xfrm>
          <a:prstGeom prst="roundRect">
            <a:avLst>
              <a:gd name="adj" fmla="val 66667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01601" y="3778151"/>
            <a:ext cx="25946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Task Report System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01601" y="3974902"/>
            <a:ext cx="259464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Auto completion broadcast with report history filtering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22750" y="3651200"/>
            <a:ext cx="3911650" cy="797123"/>
          </a:xfrm>
          <a:prstGeom prst="roundRect">
            <a:avLst>
              <a:gd name="adj" fmla="val 12746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49701" y="3778151"/>
            <a:ext cx="38100" cy="543223"/>
          </a:xfrm>
          <a:prstGeom prst="roundRect">
            <a:avLst>
              <a:gd name="adj" fmla="val 66667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914751" y="3778151"/>
            <a:ext cx="21897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 Agent Control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14751" y="3974902"/>
            <a:ext cx="218978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Real-time agent status monitor with kill action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09600" y="4453086"/>
            <a:ext cx="79248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9600" y="4559350"/>
            <a:ext cx="1429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AgentDesk Analysis Report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919145" y="4559350"/>
            <a:ext cx="6275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March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20750"/>
            <a:ext cx="371624" cy="244376"/>
          </a:xfrm>
          <a:prstGeom prst="roundRect">
            <a:avLst>
              <a:gd name="adj" fmla="val 20788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6550" y="571500"/>
            <a:ext cx="1200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33624" y="457200"/>
            <a:ext cx="235692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94502" y="557213"/>
            <a:ext cx="1426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9600" y="1006376"/>
            <a:ext cx="7924800" cy="355402"/>
          </a:xfrm>
          <a:prstGeom prst="roundRect">
            <a:avLst>
              <a:gd name="adj" fmla="val 21441"/>
            </a:avLst>
          </a:prstGeom>
          <a:solidFill>
            <a:srgbClr val="0F0F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2750" y="1107877"/>
            <a:ext cx="23432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10061" y="1107877"/>
            <a:ext cx="37278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64834" y="1107877"/>
            <a:ext cx="15977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9600" y="1361777"/>
            <a:ext cx="7924800" cy="330101"/>
          </a:xfrm>
          <a:prstGeom prst="rect">
            <a:avLst/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2750" y="1450628"/>
            <a:ext cx="23432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Frontend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10061" y="1450628"/>
            <a:ext cx="37278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+ TypeScript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4834" y="1450628"/>
            <a:ext cx="15977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19.2 + 5.9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12750" y="1780729"/>
            <a:ext cx="23432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10061" y="1780729"/>
            <a:ext cx="37278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64834" y="1780729"/>
            <a:ext cx="15977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9600" y="2021979"/>
            <a:ext cx="7924800" cy="330101"/>
          </a:xfrm>
          <a:prstGeom prst="rect">
            <a:avLst/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2750" y="2110829"/>
            <a:ext cx="23432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10061" y="2110829"/>
            <a:ext cx="37278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Tailwind CSS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64834" y="2110829"/>
            <a:ext cx="15977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2750" y="2440930"/>
            <a:ext cx="23432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110061" y="2440930"/>
            <a:ext cx="37278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PixiJS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4834" y="2440930"/>
            <a:ext cx="15977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9600" y="2682180"/>
            <a:ext cx="7924800" cy="330101"/>
          </a:xfrm>
          <a:prstGeom prst="rect">
            <a:avLst/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12750" y="2771031"/>
            <a:ext cx="23432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Backend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110061" y="2771031"/>
            <a:ext cx="37278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Express.js (Node.js)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64834" y="2771031"/>
            <a:ext cx="15977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5.2 (22+)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12750" y="3101132"/>
            <a:ext cx="23432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Database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110061" y="3101132"/>
            <a:ext cx="37278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SQLite (WAL mode)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64834" y="3101132"/>
            <a:ext cx="15977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Built-in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9600" y="3342382"/>
            <a:ext cx="7924800" cy="330101"/>
          </a:xfrm>
          <a:prstGeom prst="rect">
            <a:avLst/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12750" y="3431232"/>
            <a:ext cx="23432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Real-time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110061" y="3431232"/>
            <a:ext cx="37278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WebSocket (ws)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764834" y="3431232"/>
            <a:ext cx="15977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8.19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12750" y="3761333"/>
            <a:ext cx="23432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110061" y="3761333"/>
            <a:ext cx="37278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Zod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64834" y="3761333"/>
            <a:ext cx="15977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9600" y="4002584"/>
            <a:ext cx="7924800" cy="330101"/>
          </a:xfrm>
          <a:prstGeom prst="rect">
            <a:avLst/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12750" y="4091434"/>
            <a:ext cx="23432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Export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110061" y="4091434"/>
            <a:ext cx="37278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PptxGenJS + Playwright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764834" y="4091434"/>
            <a:ext cx="15977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3.12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9600" y="4427637"/>
            <a:ext cx="79248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9600" y="4533900"/>
            <a:ext cx="1429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AgentDesk Analysis Report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919145" y="4533900"/>
            <a:ext cx="6275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March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20750"/>
            <a:ext cx="371624" cy="244376"/>
          </a:xfrm>
          <a:prstGeom prst="roundRect">
            <a:avLst>
              <a:gd name="adj" fmla="val 20788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6550" y="571500"/>
            <a:ext cx="1200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33624" y="457200"/>
            <a:ext cx="391519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Security &amp; Data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94502" y="557213"/>
            <a:ext cx="1426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9600" y="1006376"/>
            <a:ext cx="2523083" cy="3416498"/>
          </a:xfrm>
          <a:prstGeom prst="roundRect">
            <a:avLst>
              <a:gd name="adj" fmla="val 5034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09600" y="1025426"/>
            <a:ext cx="2523083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750" y="1247626"/>
            <a:ext cx="21591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Sovereignty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2750" y="1565077"/>
            <a:ext cx="2116782" cy="498277"/>
          </a:xfrm>
          <a:prstGeom prst="roundRect">
            <a:avLst>
              <a:gd name="adj" fmla="val 152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4251" y="1666577"/>
            <a:ext cx="19520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 Local-first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251" y="1818977"/>
            <a:ext cx="19520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All data stored in local SQLite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12750" y="2139553"/>
            <a:ext cx="2116782" cy="498277"/>
          </a:xfrm>
          <a:prstGeom prst="roundRect">
            <a:avLst>
              <a:gd name="adj" fmla="val 152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14251" y="2241054"/>
            <a:ext cx="19520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Zero Cloud Dependency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251" y="2393454"/>
            <a:ext cx="19520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 external server required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12750" y="2714030"/>
            <a:ext cx="2116782" cy="498277"/>
          </a:xfrm>
          <a:prstGeom prst="roundRect">
            <a:avLst>
              <a:gd name="adj" fmla="val 152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4251" y="2815530"/>
            <a:ext cx="19520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127.0.0.1 Binding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251" y="2967930"/>
            <a:ext cx="19520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Minimal network exposure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10384" y="1006376"/>
            <a:ext cx="2523083" cy="3416498"/>
          </a:xfrm>
          <a:prstGeom prst="roundRect">
            <a:avLst>
              <a:gd name="adj" fmla="val 5034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310384" y="1025426"/>
            <a:ext cx="2523083" cy="0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13534" y="1247626"/>
            <a:ext cx="21591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6366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Credential Protection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13534" y="1565077"/>
            <a:ext cx="2116782" cy="498277"/>
          </a:xfrm>
          <a:prstGeom prst="roundRect">
            <a:avLst>
              <a:gd name="adj" fmla="val 152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615035" y="1666577"/>
            <a:ext cx="19520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AES-256-GCM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15035" y="1818977"/>
            <a:ext cx="19520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OAuth tokens &amp; API keys encrypted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513534" y="2139553"/>
            <a:ext cx="2116782" cy="641152"/>
          </a:xfrm>
          <a:prstGeom prst="roundRect">
            <a:avLst>
              <a:gd name="adj" fmla="val 118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15035" y="2241054"/>
            <a:ext cx="19520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Master Key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15035" y="2393454"/>
            <a:ext cx="19520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32-byte hex OAUTH_ENCRYPTION_SECRET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513534" y="2856905"/>
            <a:ext cx="2116782" cy="498277"/>
          </a:xfrm>
          <a:prstGeom prst="roundRect">
            <a:avLst>
              <a:gd name="adj" fmla="val 152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615035" y="2958405"/>
            <a:ext cx="19520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sessionStorage Only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15035" y="3110805"/>
            <a:ext cx="19520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 secrets in browser build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11168" y="1006376"/>
            <a:ext cx="2523232" cy="3416498"/>
          </a:xfrm>
          <a:prstGeom prst="roundRect">
            <a:avLst>
              <a:gd name="adj" fmla="val 5033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011168" y="1025426"/>
            <a:ext cx="2523232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4318" y="1247626"/>
            <a:ext cx="21592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Audit &amp; Integrity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4318" y="1565077"/>
            <a:ext cx="2116931" cy="498277"/>
          </a:xfrm>
          <a:prstGeom prst="roundRect">
            <a:avLst>
              <a:gd name="adj" fmla="val 152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315819" y="1666577"/>
            <a:ext cx="19522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NDJSON Audit Chain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15819" y="1818977"/>
            <a:ext cx="19522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SHA256 hash-linked log entries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14318" y="2139553"/>
            <a:ext cx="2116931" cy="498277"/>
          </a:xfrm>
          <a:prstGeom prst="roundRect">
            <a:avLst>
              <a:gd name="adj" fmla="val 152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315819" y="2241054"/>
            <a:ext cx="19522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Idempotency Tracking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15819" y="2393454"/>
            <a:ext cx="19522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Duplicate message prevention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14318" y="2714030"/>
            <a:ext cx="2116931" cy="498277"/>
          </a:xfrm>
          <a:prstGeom prst="roundRect">
            <a:avLst>
              <a:gd name="adj" fmla="val 152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315819" y="2815530"/>
            <a:ext cx="19522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IP/UA Logging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15819" y="2967930"/>
            <a:ext cx="19522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Access history recording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09600" y="4427637"/>
            <a:ext cx="79248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9600" y="4533900"/>
            <a:ext cx="1429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AgentDesk Analysis Report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919145" y="4533900"/>
            <a:ext cx="6275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March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20750"/>
            <a:ext cx="371624" cy="244376"/>
          </a:xfrm>
          <a:prstGeom prst="roundRect">
            <a:avLst>
              <a:gd name="adj" fmla="val 20788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6550" y="571500"/>
            <a:ext cx="1200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33624" y="457200"/>
            <a:ext cx="287001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Quantitative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94502" y="557213"/>
            <a:ext cx="1426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9600" y="1057275"/>
            <a:ext cx="1451372" cy="1606600"/>
          </a:xfrm>
          <a:prstGeom prst="roundRect">
            <a:avLst>
              <a:gd name="adj" fmla="val 875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09600" y="1076325"/>
            <a:ext cx="1451372" cy="0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301" y="1273076"/>
            <a:ext cx="11178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SERVER CODE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87301" y="1641574"/>
            <a:ext cx="111789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87301" y="2371874"/>
            <a:ext cx="11178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Lines of Code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213372" y="1057275"/>
            <a:ext cx="1509266" cy="1606600"/>
          </a:xfrm>
          <a:prstGeom prst="roundRect">
            <a:avLst>
              <a:gd name="adj" fmla="val 8415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213372" y="1076325"/>
            <a:ext cx="1509266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91073" y="1273076"/>
            <a:ext cx="11769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FRONTEND CODE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391073" y="1641574"/>
            <a:ext cx="117694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12.8K+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391073" y="2371874"/>
            <a:ext cx="11769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Lines of Code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875038" y="1057275"/>
            <a:ext cx="1451521" cy="1606600"/>
          </a:xfrm>
          <a:prstGeom prst="roundRect">
            <a:avLst>
              <a:gd name="adj" fmla="val 874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875038" y="1076325"/>
            <a:ext cx="1451521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52739" y="1273076"/>
            <a:ext cx="11180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SKILLS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052739" y="1641574"/>
            <a:ext cx="111804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600+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052739" y="2371874"/>
            <a:ext cx="11180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 Skills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478959" y="1057275"/>
            <a:ext cx="1451521" cy="1606600"/>
          </a:xfrm>
          <a:prstGeom prst="roundRect">
            <a:avLst>
              <a:gd name="adj" fmla="val 874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478959" y="1076325"/>
            <a:ext cx="1451521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6659" y="1273076"/>
            <a:ext cx="11180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ENDPOINTS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656659" y="1641574"/>
            <a:ext cx="111804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30+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656659" y="2371874"/>
            <a:ext cx="11180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REST Routes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082879" y="1057275"/>
            <a:ext cx="1451521" cy="1606600"/>
          </a:xfrm>
          <a:prstGeom prst="roundRect">
            <a:avLst>
              <a:gd name="adj" fmla="val 874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7082879" y="1076325"/>
            <a:ext cx="1451521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0580" y="1273076"/>
            <a:ext cx="11180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CLI PROVIDERS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260580" y="1641574"/>
            <a:ext cx="111804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18C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260580" y="2371874"/>
            <a:ext cx="11180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Engines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09600" y="2816275"/>
            <a:ext cx="1451372" cy="1606600"/>
          </a:xfrm>
          <a:prstGeom prst="roundRect">
            <a:avLst>
              <a:gd name="adj" fmla="val 875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09600" y="2835325"/>
            <a:ext cx="1451372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7301" y="3032075"/>
            <a:ext cx="11178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PROVIDERS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87301" y="3400574"/>
            <a:ext cx="111789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787301" y="4130873"/>
            <a:ext cx="11178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External Models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213372" y="2816275"/>
            <a:ext cx="1509266" cy="1606600"/>
          </a:xfrm>
          <a:prstGeom prst="roundRect">
            <a:avLst>
              <a:gd name="adj" fmla="val 8415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2213372" y="2835325"/>
            <a:ext cx="1509266" cy="0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91073" y="3032075"/>
            <a:ext cx="11769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DEPARTMENTS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391073" y="3400574"/>
            <a:ext cx="117694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C48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2391073" y="4130873"/>
            <a:ext cx="11769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Virtual Divisions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875038" y="2816275"/>
            <a:ext cx="1451521" cy="1606600"/>
          </a:xfrm>
          <a:prstGeom prst="roundRect">
            <a:avLst>
              <a:gd name="adj" fmla="val 874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3875038" y="2835325"/>
            <a:ext cx="1451521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52739" y="3032075"/>
            <a:ext cx="11180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LANGUAGES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052739" y="3400574"/>
            <a:ext cx="111804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4052739" y="4130873"/>
            <a:ext cx="11180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i18n Support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478959" y="2816275"/>
            <a:ext cx="1451521" cy="1606600"/>
          </a:xfrm>
          <a:prstGeom prst="roundRect">
            <a:avLst>
              <a:gd name="adj" fmla="val 874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5478959" y="2835325"/>
            <a:ext cx="1451521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56659" y="3032075"/>
            <a:ext cx="11180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PIXEL SPRITES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656659" y="3400574"/>
            <a:ext cx="111804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5656659" y="4130873"/>
            <a:ext cx="11180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Character Art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082879" y="2816275"/>
            <a:ext cx="1451521" cy="1606600"/>
          </a:xfrm>
          <a:prstGeom prst="roundRect">
            <a:avLst>
              <a:gd name="adj" fmla="val 874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7082879" y="2835325"/>
            <a:ext cx="1451521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60580" y="3032075"/>
            <a:ext cx="11180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 FILES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260580" y="3400574"/>
            <a:ext cx="111804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444</a:t>
            </a:r>
            <a:endParaRPr lang="en-US" sz="2800" dirty="0"/>
          </a:p>
        </p:txBody>
      </p:sp>
      <p:sp>
        <p:nvSpPr>
          <p:cNvPr id="55" name="Text 53"/>
          <p:cNvSpPr/>
          <p:nvPr/>
        </p:nvSpPr>
        <p:spPr>
          <a:xfrm>
            <a:off x="7260580" y="4130873"/>
            <a:ext cx="11180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 Files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609600" y="4427637"/>
            <a:ext cx="79248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9600" y="4533900"/>
            <a:ext cx="1429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AgentDesk Analysis Report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919145" y="4533900"/>
            <a:ext cx="6275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March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95300"/>
            <a:ext cx="371624" cy="244376"/>
          </a:xfrm>
          <a:prstGeom prst="roundRect">
            <a:avLst>
              <a:gd name="adj" fmla="val 20788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6550" y="546050"/>
            <a:ext cx="1200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33624" y="431750"/>
            <a:ext cx="396665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Risk Assessment &amp; Roadmap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94502" y="531763"/>
            <a:ext cx="1426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9600" y="930176"/>
            <a:ext cx="3911650" cy="530572"/>
          </a:xfrm>
          <a:prstGeom prst="roundRect">
            <a:avLst>
              <a:gd name="adj" fmla="val 14362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6550" y="1057126"/>
            <a:ext cx="381000" cy="203150"/>
          </a:xfrm>
          <a:prstGeom prst="roundRect">
            <a:avLst>
              <a:gd name="adj" fmla="val 18755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2750" y="1082427"/>
            <a:ext cx="2331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HIGH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244501" y="1057126"/>
            <a:ext cx="23283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Server Monolith Complexity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44501" y="1209526"/>
            <a:ext cx="232838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10K+ LOC in server/index.ts. Modularization in progress.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622750" y="930176"/>
            <a:ext cx="3911650" cy="530572"/>
          </a:xfrm>
          <a:prstGeom prst="roundRect">
            <a:avLst>
              <a:gd name="adj" fmla="val 14362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49701" y="1057126"/>
            <a:ext cx="352276" cy="203150"/>
          </a:xfrm>
          <a:prstGeom prst="roundRect">
            <a:avLst>
              <a:gd name="adj" fmla="val 18755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25901" y="1082427"/>
            <a:ext cx="2038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MED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228927" y="1057126"/>
            <a:ext cx="26418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CLI Provider Dependency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28927" y="1209526"/>
            <a:ext cx="2641857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execution depends on external CLI. API fallback available.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09600" y="1562249"/>
            <a:ext cx="3911650" cy="530572"/>
          </a:xfrm>
          <a:prstGeom prst="roundRect">
            <a:avLst>
              <a:gd name="adj" fmla="val 14362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36550" y="1689199"/>
            <a:ext cx="352276" cy="203150"/>
          </a:xfrm>
          <a:prstGeom prst="roundRect">
            <a:avLst>
              <a:gd name="adj" fmla="val 18755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2750" y="1714500"/>
            <a:ext cx="2038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215777" y="1689199"/>
            <a:ext cx="22271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SQLite Concurrency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15777" y="1841599"/>
            <a:ext cx="2227127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WAL mode lock contention possible. 5s busy timeout.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622750" y="1562249"/>
            <a:ext cx="3911650" cy="530572"/>
          </a:xfrm>
          <a:prstGeom prst="roundRect">
            <a:avLst>
              <a:gd name="adj" fmla="val 14362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49701" y="1689199"/>
            <a:ext cx="354211" cy="203150"/>
          </a:xfrm>
          <a:prstGeom prst="roundRect">
            <a:avLst>
              <a:gd name="adj" fmla="val 18755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25901" y="1714500"/>
            <a:ext cx="2058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LOW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230862" y="1689199"/>
            <a:ext cx="23198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Single-Process Architecture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30862" y="1841599"/>
            <a:ext cx="2319879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Server crash impacts system. PM2/Nodemon mitigation.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09600" y="2219771"/>
            <a:ext cx="80832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ROADMAP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9600" y="2448371"/>
            <a:ext cx="2573834" cy="961876"/>
          </a:xfrm>
          <a:prstGeom prst="roundRect">
            <a:avLst>
              <a:gd name="adj" fmla="val 7922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28650" y="2448371"/>
            <a:ext cx="0" cy="961876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4650" y="2575322"/>
            <a:ext cx="23274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P0 / Sprint 1-2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4650" y="2727722"/>
            <a:ext cx="23274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Server Modularization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4650" y="2905423"/>
            <a:ext cx="23274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Route/workflow separation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284934" y="2448371"/>
            <a:ext cx="2573982" cy="961876"/>
          </a:xfrm>
          <a:prstGeom prst="roundRect">
            <a:avLst>
              <a:gd name="adj" fmla="val 7922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3303984" y="2448371"/>
            <a:ext cx="0" cy="96187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49985" y="2575322"/>
            <a:ext cx="23276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/ Sprint 2-3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449985" y="2727722"/>
            <a:ext cx="23276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 Coverage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49985" y="2905423"/>
            <a:ext cx="23276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Unit + integration framework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960418" y="2448371"/>
            <a:ext cx="2573834" cy="961876"/>
          </a:xfrm>
          <a:prstGeom prst="roundRect">
            <a:avLst>
              <a:gd name="adj" fmla="val 7922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5979468" y="2448371"/>
            <a:ext cx="0" cy="96187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5468" y="2575322"/>
            <a:ext cx="23274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/ Sprint 3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125468" y="2727722"/>
            <a:ext cx="23274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Docker Containerization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25468" y="2905423"/>
            <a:ext cx="23274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Dockerfile + compose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09600" y="3511748"/>
            <a:ext cx="2573834" cy="961876"/>
          </a:xfrm>
          <a:prstGeom prst="roundRect">
            <a:avLst>
              <a:gd name="adj" fmla="val 7922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628650" y="3511748"/>
            <a:ext cx="0" cy="96187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4650" y="3638699"/>
            <a:ext cx="23274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/ Sprint 4+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74650" y="3791099"/>
            <a:ext cx="23274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Marketplace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4650" y="3968800"/>
            <a:ext cx="23274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template sharing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284934" y="3511748"/>
            <a:ext cx="2573982" cy="961876"/>
          </a:xfrm>
          <a:prstGeom prst="roundRect">
            <a:avLst>
              <a:gd name="adj" fmla="val 7922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3303984" y="3511748"/>
            <a:ext cx="0" cy="96187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49985" y="3638699"/>
            <a:ext cx="23276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/ Sprint 5+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449985" y="3791099"/>
            <a:ext cx="23276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 Builder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449985" y="3968800"/>
            <a:ext cx="23276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task orchestration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960418" y="3511748"/>
            <a:ext cx="2573834" cy="961876"/>
          </a:xfrm>
          <a:prstGeom prst="roundRect">
            <a:avLst>
              <a:gd name="adj" fmla="val 7922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5979468" y="3511748"/>
            <a:ext cx="0" cy="961876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25468" y="3638699"/>
            <a:ext cx="23274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6366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 / Future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125468" y="3791099"/>
            <a:ext cx="23274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Enterprise Features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125468" y="3968800"/>
            <a:ext cx="23274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Multi-tenant, RBAC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09600" y="4478387"/>
            <a:ext cx="79248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9600" y="4559350"/>
            <a:ext cx="1429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AgentDesk Analysis Report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919145" y="4559350"/>
            <a:ext cx="6275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March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raw.githubusercontent.com/agentdesk/agentdesk/main/public/agentde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609600"/>
            <a:ext cx="355550" cy="355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17550" y="677763"/>
            <a:ext cx="87302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AgentDesk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09600" y="1948309"/>
            <a:ext cx="8083296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609600" y="2852440"/>
            <a:ext cx="8083296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600"/>
              </a:spcBef>
              <a:buNone/>
            </a:pPr>
            <a:r>
              <a:rPr lang="en-US" sz="16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Command your AI agents. Build faster together.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09600" y="4140250"/>
            <a:ext cx="20045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09600" y="4343400"/>
            <a:ext cx="20045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github.com/nicepkg/agentdesk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85976" y="4140250"/>
            <a:ext cx="7154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LICENSE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85976" y="4343400"/>
            <a:ext cx="7154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Apache 2.0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98504" y="4140250"/>
            <a:ext cx="4795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VERSION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698504" y="4343400"/>
            <a:ext cx="4795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v1.0.8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79753" y="4140250"/>
            <a:ext cx="7666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REPORT DATE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879753" y="4343400"/>
            <a:ext cx="7666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March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AgentDesk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AgentDesk - Codebase Analysis &amp; Architecture Review</dc:title>
  <dc:subject>AgentDesk Analysis Report</dc:subject>
  <dc:creator>Document Design Team</dc:creator>
  <cp:lastModifiedBy>Document Design Team</cp:lastModifiedBy>
  <cp:revision>1</cp:revision>
  <dcterms:created xsi:type="dcterms:W3CDTF">2026-03-05T01:57:44Z</dcterms:created>
  <dcterms:modified xsi:type="dcterms:W3CDTF">2026-03-05T01:57:44Z</dcterms:modified>
</cp:coreProperties>
</file>